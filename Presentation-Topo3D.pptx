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212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6052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TOPO3D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GUADELOUPE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Topographie 3D instantanée pour architectes &amp; bureaux d'études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service KCI — Karukera Conseil Immobilier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Guadeloupe, obtenir un relevé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topographique est un parcours du combattant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377440" cy="25603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à 6 semaines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moyen pour obtenir un relevé topo par un géomètre en Guadeloupe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377440" cy="25603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800€ à 3 000€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d'un relevé topographique classique — un budget lourd en phase d'étude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377440" cy="2560320"/>
          </a:xfrm>
          <a:prstGeom prst="roundRect">
            <a:avLst>
              <a:gd name="adj" fmla="val 4615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inexploitable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de niveau en PDF qu'il faut retracer manuellement dans AutoCAD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parcelle au fichier 3D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quelques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54480" y="192024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Sélectionnez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sur la carte, entrez une adresse ou une référence cadastrale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Génération auto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moteur collecte les données IGN haute résolution (1-5m)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92024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Recevez vos fichiers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 + DXF avec courbes de niveau, prêts à importer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2121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Livraison en 24h  •  À partir de 49€  •  Compatible SketchUp, AutoCAD, Revit, Blender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RECEVEZ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dossier complet, prêt à l'emploi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A0A1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.OBJ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Mesh 3D du terrain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Maillage triangulé haute résolution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direct SketchUp, Blender, Revit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2971800" y="19202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A0A14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.DXF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Courbes de niveau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AutoCAD R12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: mineures, majeures, parcelle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19202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A0A14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.GEOJSON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Contour parcelle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Géométrie cadastrale exacte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Exploitable dans tout SIG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64592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9202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A0A1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.PDF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Rapport technique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30175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Altitude, dénivelé, pente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GPS de recalage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L'APPLICATION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Une interface pro, pensée pour le terrain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21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4 modes de sélection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carte, cadastre, adresse, GPS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2121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🗂️ 7 couches de données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Cadastre, bâtiments 3D, ortho, courbes de niveau, hydro, risques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2121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6 styles de carte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Topo, satellite, sombre, clair, terrain, neutre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6459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2121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📷 Contrôles caméra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Exagération relief, inclinaison, lumière, rotation auto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974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2121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Bâtiments 3D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Emprise bâtie extrudée via OpenStreetMap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2121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Zones de risques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PPR inondation, sismique — données DDRM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 données de référence IGN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645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Précision verticale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 RGE ALTI LiDAR HD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0.2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Maille 1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Haute précision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 RGE ALTI photogrammétrie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1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Maille 5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SRTM NASA (fallback)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5-10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Zones non couvertes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Cadastre PCI Express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 0.5-2 m (plani)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A0A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Contour parcelle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même référentiel que les géomètres et le cadastre. Suffisant pour les phases esquisse et avant-projet.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Rentabilisé dès le premier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212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parcelle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OBJ résolution 5m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 GeoJSON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basique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24h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A1A2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86200" y="118872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188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POPULAIRE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99€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parcelle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 résolution 2-3m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DXF courbes de niveau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 + rapport détaillé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Recalage GPS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12h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2121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Illimité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249€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Parcelles illimitées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Résolution maximale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dédié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&lt; 1h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marché de niche à forte marge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Prospects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identifiés en 971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Architectes, BET, promoteurs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~20K€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5176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 estimé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Année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 conservatrice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~65K€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 estimé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Année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50%/an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4088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Marge brute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quasi nuls (APIs gratuites)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complet dans le fichier CA-Previsionnel-Topo3D.xlsx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 KCI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outil qui nourrit l'écosystème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21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Upsell naturel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554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Proposé dans les rapports KCI Complète (129€) et Premium (299€) comme valeur ajoutée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2121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generation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architectes qui commandent un fichier 3D sont des prospects naturels pour l'analyse de faisabilité KCI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2121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291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Crédibilité technique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 le positionnement de KCI comme référence en conseil immobilier en Guadeloupe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2121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05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160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 passif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4160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100% automatisé — zéro intervention manuelle après le setup initial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 lancement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A0A1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554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ligne sur Vercel + nom de domaine topo3d-guadeloupe.com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A0A1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240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Stripe — checkout automatisé + livraison par email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A0A1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SEMAINE 3-4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Prospection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2926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Emailing ciblé aux 150 cabinets d'architecture de Guadeloupe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A0A1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2-3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3611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&amp; contenu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611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blog ImmoServices971 + référencement local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A0A1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 4+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4297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Martinique, Guyane, Réunion + API pour intégrateurs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212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TOPO3D GUADELOUPE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topographie 3D, accessible à tous les pros du BTP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292608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contact@immoservices971.com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Dereck Rauzduel — KCI (Karukera Conseil Immobilier)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Topo3D Guadeloupe — Pitch Deck</dc:title>
  <dc:subject>PptxGenJS Presentation</dc:subject>
  <dc:creator>Dereck Rauzduel — KCI</dc:creator>
  <cp:lastModifiedBy>Dereck Rauzduel — KCI</cp:lastModifiedBy>
  <cp:revision>1</cp:revision>
  <dcterms:created xsi:type="dcterms:W3CDTF">2026-03-19T00:03:35Z</dcterms:created>
  <dcterms:modified xsi:type="dcterms:W3CDTF">2026-03-19T00:03:35Z</dcterms:modified>
</cp:coreProperties>
</file>